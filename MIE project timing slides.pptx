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444b33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444b33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444b334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444b334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444b33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444b33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444b334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444b334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e444b33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e444b33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e444b334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e444b334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e444b334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e444b33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e444b334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e444b334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444b334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e444b334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e444b334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e444b334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444b334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444b334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e444b33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e444b33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e444b334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e444b334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444b334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e444b334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e444b334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e444b334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444b334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e444b334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e444b334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e444b334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e444b334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e444b334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e444b334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e444b334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e444b334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e444b334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e444b334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e444b334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e444b334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e444b334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e444b334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e444b334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e444b334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e444b334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e444b334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e444b334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e444b334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e444b334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e444b334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e444b334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e444b334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e444b334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e444b334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e444b334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e444b334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e444b334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0s Elapsed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30s Elapsed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1m Elapsed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1m30s Elapsed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2m Elapsed</a:t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2m30s Elapsed</a:t>
            </a:r>
            <a:endParaRPr/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3m Elapsed</a:t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3m30s Elapsed</a:t>
            </a:r>
            <a:endParaRPr/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4m Elapsed</a:t>
            </a:r>
            <a:endParaRPr/>
          </a:p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4m30s Elapsed</a:t>
            </a:r>
            <a:endParaRPr/>
          </a:p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5m Elapsed</a:t>
            </a:r>
            <a:endParaRPr/>
          </a:p>
        </p:txBody>
      </p:sp>
      <p:sp>
        <p:nvSpPr>
          <p:cNvPr id="115" name="Google Shape;11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5m30s Elapsed</a:t>
            </a:r>
            <a:endParaRPr/>
          </a:p>
        </p:txBody>
      </p:sp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6m Elapsed</a:t>
            </a:r>
            <a:endParaRPr/>
          </a:p>
        </p:txBody>
      </p:sp>
      <p:sp>
        <p:nvSpPr>
          <p:cNvPr id="127" name="Google Shape;12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6m30s Elapsed</a:t>
            </a:r>
            <a:endParaRPr/>
          </a:p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7m Elapsed</a:t>
            </a:r>
            <a:endParaRPr/>
          </a:p>
        </p:txBody>
      </p:sp>
      <p:sp>
        <p:nvSpPr>
          <p:cNvPr id="139" name="Google Shape;139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7m30s Elapsed</a:t>
            </a:r>
            <a:endParaRPr/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8m Elapsed</a:t>
            </a:r>
            <a:endParaRPr/>
          </a:p>
        </p:txBody>
      </p:sp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8m30s Elapsed</a:t>
            </a:r>
            <a:endParaRPr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9m Elapsed</a:t>
            </a:r>
            <a:endParaRPr/>
          </a:p>
        </p:txBody>
      </p:sp>
      <p:sp>
        <p:nvSpPr>
          <p:cNvPr id="163" name="Google Shape;16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9m30s Elapsed</a:t>
            </a:r>
            <a:endParaRPr/>
          </a:p>
        </p:txBody>
      </p:sp>
      <p:sp>
        <p:nvSpPr>
          <p:cNvPr id="169" name="Google Shape;16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10m Elapsed</a:t>
            </a:r>
            <a:endParaRPr/>
          </a:p>
        </p:txBody>
      </p:sp>
      <p:sp>
        <p:nvSpPr>
          <p:cNvPr id="175" name="Google Shape;17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10m30s Elapsed</a:t>
            </a:r>
            <a:endParaRPr/>
          </a:p>
        </p:txBody>
      </p:sp>
      <p:sp>
        <p:nvSpPr>
          <p:cNvPr id="181" name="Google Shape;1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11m Elapsed</a:t>
            </a:r>
            <a:endParaRPr/>
          </a:p>
        </p:txBody>
      </p:sp>
      <p:sp>
        <p:nvSpPr>
          <p:cNvPr id="187" name="Google Shape;187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11m30s Elapsed</a:t>
            </a:r>
            <a:endParaRPr/>
          </a:p>
        </p:txBody>
      </p:sp>
      <p:sp>
        <p:nvSpPr>
          <p:cNvPr id="193" name="Google Shape;193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12m Elapsed</a:t>
            </a:r>
            <a:endParaRPr/>
          </a:p>
        </p:txBody>
      </p:sp>
      <p:sp>
        <p:nvSpPr>
          <p:cNvPr id="199" name="Google Shape;199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12m30s Elapsed</a:t>
            </a:r>
            <a:endParaRPr/>
          </a:p>
        </p:txBody>
      </p:sp>
      <p:sp>
        <p:nvSpPr>
          <p:cNvPr id="205" name="Google Shape;205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13m Elapsed</a:t>
            </a:r>
            <a:endParaRPr/>
          </a:p>
        </p:txBody>
      </p:sp>
      <p:sp>
        <p:nvSpPr>
          <p:cNvPr id="211" name="Google Shape;21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13m30s Elapsed</a:t>
            </a:r>
            <a:endParaRPr/>
          </a:p>
        </p:txBody>
      </p:sp>
      <p:sp>
        <p:nvSpPr>
          <p:cNvPr id="217" name="Google Shape;217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14m Elapsed</a:t>
            </a:r>
            <a:endParaRPr/>
          </a:p>
        </p:txBody>
      </p:sp>
      <p:sp>
        <p:nvSpPr>
          <p:cNvPr id="223" name="Google Shape;223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14m30s Elapsed</a:t>
            </a:r>
            <a:endParaRPr/>
          </a:p>
        </p:txBody>
      </p:sp>
      <p:sp>
        <p:nvSpPr>
          <p:cNvPr id="229" name="Google Shape;229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15m Elapsed</a:t>
            </a:r>
            <a:endParaRPr/>
          </a:p>
        </p:txBody>
      </p:sp>
      <p:sp>
        <p:nvSpPr>
          <p:cNvPr id="235" name="Google Shape;23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